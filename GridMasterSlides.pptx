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fgLUVfcP6gJK/RF9rJd2qhz44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EF33FD-88CE-4224-B270-2D9A95688F64}">
  <a:tblStyle styleId="{6EEF33FD-88CE-4224-B270-2D9A95688F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Swap out the image for something that works for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Read these notes carefully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Read the “Appendix: Rubric” slide (at the end of this deck) carefully so you know what people are looking for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objectives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images if desired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10e9c253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10e9c253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10e9c253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growth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images if desired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49d575d8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e449d575d8_2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growth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images if desired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449d575d8_2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growth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images if desired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429c1550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e429c1550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growth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images if desired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429c1550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29c1550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e429c1550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growth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images if desired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429c1550b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429c1550b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e429c1550b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growth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images if desired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429c1550b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Get the audience ready for the 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an image if desired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During the demo, come back through </a:t>
            </a:r>
            <a:r>
              <a:rPr b="1" lang="en-US"/>
              <a:t>objectives, growth, and impact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Replace the artwork, if desired.</a:t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46f6d9c0a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e46f6d9c0a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growth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 images if desired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46f6d9c0a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youtu.be/TBO6OkgBHqM" TargetMode="External"/><Relationship Id="rId4" Type="http://schemas.openxmlformats.org/officeDocument/2006/relationships/hyperlink" Target="https://github.com/ejnorman/Simulated-Grid-System-SCADA-" TargetMode="External"/><Relationship Id="rId5" Type="http://schemas.openxmlformats.org/officeDocument/2006/relationships/hyperlink" Target="https://epdat.atlassian.net/jira/software/projects/DSS/boards/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rth Seattle College courtyard and Health Science and Student Resource building." id="90" name="Google Shape;90;p1"/>
          <p:cNvPicPr preferRelativeResize="0"/>
          <p:nvPr/>
        </p:nvPicPr>
        <p:blipFill rotWithShape="1">
          <a:blip r:embed="rId3">
            <a:alphaModFix/>
          </a:blip>
          <a:srcRect b="9091" l="0" r="23298" t="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8823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>
            <p:ph type="title"/>
          </p:nvPr>
        </p:nvSpPr>
        <p:spPr>
          <a:xfrm>
            <a:off x="477974" y="1122375"/>
            <a:ext cx="5250900" cy="32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US" sz="4800"/>
              <a:t>SCADA Power Grid Simulator (GridMaster)</a:t>
            </a:r>
            <a:br>
              <a:rPr b="1" lang="en-US" sz="4800"/>
            </a:br>
            <a:endParaRPr b="1" sz="2500"/>
          </a:p>
        </p:txBody>
      </p:sp>
      <p:sp>
        <p:nvSpPr>
          <p:cNvPr id="93" name="Google Shape;93;p1"/>
          <p:cNvSpPr txBox="1"/>
          <p:nvPr>
            <p:ph idx="1" type="body"/>
          </p:nvPr>
        </p:nvSpPr>
        <p:spPr>
          <a:xfrm>
            <a:off x="477980" y="4872922"/>
            <a:ext cx="4023359" cy="1208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US" sz="2500">
                <a:solidFill>
                  <a:schemeClr val="dk1"/>
                </a:solidFill>
              </a:rPr>
              <a:t>Eric</a:t>
            </a:r>
            <a:br>
              <a:rPr b="1" lang="en-US" sz="2500">
                <a:solidFill>
                  <a:schemeClr val="dk1"/>
                </a:solidFill>
              </a:rPr>
            </a:br>
            <a:r>
              <a:rPr b="1" lang="en-US" sz="2500">
                <a:solidFill>
                  <a:schemeClr val="dk1"/>
                </a:solidFill>
              </a:rPr>
              <a:t>Psy</a:t>
            </a:r>
            <a:br>
              <a:rPr b="1" lang="en-US" sz="2500">
                <a:solidFill>
                  <a:schemeClr val="dk1"/>
                </a:solidFill>
              </a:rPr>
            </a:br>
            <a:r>
              <a:rPr b="1" lang="en-US" sz="2500">
                <a:solidFill>
                  <a:schemeClr val="dk1"/>
                </a:solidFill>
              </a:rPr>
              <a:t>Anthony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US" sz="2500">
                <a:solidFill>
                  <a:schemeClr val="dk1"/>
                </a:solidFill>
              </a:rPr>
              <a:t>Turan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Project Concept 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1024128" y="2286000"/>
            <a:ext cx="962268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400"/>
              <a:t>Web-based platform that simulates a small electrical power grid  </a:t>
            </a:r>
            <a:endParaRPr sz="2400"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/>
              <a:t>Shows real-time grid data through an interactive dashboard  </a:t>
            </a:r>
            <a:endParaRPr sz="2400"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/>
              <a:t>Monitors frequency, voltage, load, generator output, and alarms  </a:t>
            </a:r>
            <a:endParaRPr sz="2400"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/>
              <a:t>Allows for a user to interact with the grid through a control panel.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Allows users to emulate and solve disturbance scenarios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10e9c253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 Stack</a:t>
            </a:r>
            <a:endParaRPr/>
          </a:p>
        </p:txBody>
      </p:sp>
      <p:sp>
        <p:nvSpPr>
          <p:cNvPr id="109" name="Google Shape;109;g3f10e9c253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Python: supports FastAPI and pandapower libraries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React (+MUI): to create responsive dashboard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Docker: packages all service, easy distribution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FastApi: web framework that handles backend API requests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pandapower: industry-standard Python library for power system simulation. Solves AC power flow equations using real electrical physics, calculates bus voltages, line flows, and losses across the grid.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Challenges and Process </a:t>
            </a:r>
            <a:endParaRPr/>
          </a:p>
        </p:txBody>
      </p:sp>
      <p:graphicFrame>
        <p:nvGraphicFramePr>
          <p:cNvPr id="116" name="Google Shape;116;p3"/>
          <p:cNvGraphicFramePr/>
          <p:nvPr/>
        </p:nvGraphicFramePr>
        <p:xfrm>
          <a:off x="9525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{6EEF33FD-88CE-4224-B270-2D9A95688F64}</a:tableStyleId>
              </a:tblPr>
              <a:tblGrid>
                <a:gridCol w="5143500"/>
                <a:gridCol w="5143500"/>
              </a:tblGrid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Challenges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How We Figured It Out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MUI dark theme integration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Established consistent card backgrounds (#1a1a1a)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Alarm state management across components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Created severity-based styling with MUI icons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Testing component behavior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Built comprehensive test suites (14 tests for MetricCard.js)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Coordinating with backend team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Implement mock data toggle (USE_MOCK_DATA)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449d575d8_2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Challenges and Process </a:t>
            </a:r>
            <a:endParaRPr/>
          </a:p>
        </p:txBody>
      </p:sp>
      <p:graphicFrame>
        <p:nvGraphicFramePr>
          <p:cNvPr id="123" name="Google Shape;123;g3e449d575d8_2_2"/>
          <p:cNvGraphicFramePr/>
          <p:nvPr/>
        </p:nvGraphicFramePr>
        <p:xfrm>
          <a:off x="9525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{6EEF33FD-88CE-4224-B270-2D9A95688F64}</a:tableStyleId>
              </a:tblPr>
              <a:tblGrid>
                <a:gridCol w="5143500"/>
                <a:gridCol w="5143500"/>
              </a:tblGrid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Challenges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How We Figured It Out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Dealing with missing data and </a:t>
                      </a:r>
                      <a:r>
                        <a:rPr lang="en-US"/>
                        <a:t>implementation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Used mock data, tested with API endpoints in Swagger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Coordinating with business students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Plan bi-weekly meetings between leads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Deciding</a:t>
                      </a:r>
                      <a:r>
                        <a:rPr lang="en-US"/>
                        <a:t> scope of project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Narrow down technical aspects with business students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Managing Upcoming Deadlines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Rescheduling meetings and assigning tasks based on availability and current workload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Learning and Development </a:t>
            </a:r>
            <a:endParaRPr/>
          </a:p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1024128" y="2286000"/>
            <a:ext cx="9801977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Learned more about backend monitoring and control systems</a:t>
            </a:r>
            <a:endParaRPr/>
          </a:p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Improved understanding of real-time data handling</a:t>
            </a:r>
            <a:endParaRPr/>
          </a:p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Gained experience with GitHub workflows and team collaboration</a:t>
            </a:r>
            <a:endParaRPr/>
          </a:p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Learned how small backend logic changes affect the overall system</a:t>
            </a:r>
            <a:endParaRPr/>
          </a:p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Gained backend testing experience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429c1550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Business Plan Progress </a:t>
            </a:r>
            <a:endParaRPr/>
          </a:p>
        </p:txBody>
      </p:sp>
      <p:sp>
        <p:nvSpPr>
          <p:cNvPr id="137" name="Google Shape;137;g3e429c1550b_0_0"/>
          <p:cNvSpPr txBox="1"/>
          <p:nvPr>
            <p:ph idx="1" type="body"/>
          </p:nvPr>
        </p:nvSpPr>
        <p:spPr>
          <a:xfrm>
            <a:off x="1003803" y="2042500"/>
            <a:ext cx="98019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10000"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Target Audience: educational space, college students</a:t>
            </a:r>
            <a:endParaRPr sz="2400"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Competitor Analysis</a:t>
            </a:r>
            <a:endParaRPr sz="2400"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How we make money: free demo, subscription with pricing tiers</a:t>
            </a:r>
            <a:endParaRPr sz="2400"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Minimum Viable Product and Success Metrics</a:t>
            </a:r>
            <a:endParaRPr sz="2400"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Technical Specifications: will stay a web app in early stages</a:t>
            </a:r>
            <a:endParaRPr sz="2400"/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5080" lvl="1" marL="26479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429c1550b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Tracking Project Progress</a:t>
            </a:r>
            <a:endParaRPr/>
          </a:p>
        </p:txBody>
      </p:sp>
      <p:sp>
        <p:nvSpPr>
          <p:cNvPr id="144" name="Google Shape;144;g3e429c1550b_0_6"/>
          <p:cNvSpPr txBox="1"/>
          <p:nvPr>
            <p:ph idx="1" type="body"/>
          </p:nvPr>
        </p:nvSpPr>
        <p:spPr>
          <a:xfrm>
            <a:off x="594728" y="1927525"/>
            <a:ext cx="98019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Github PRs and JIRA tickets</a:t>
            </a:r>
            <a:endParaRPr/>
          </a:p>
          <a:p>
            <a:pPr indent="-5080" lvl="1" marL="26479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/>
          </a:p>
        </p:txBody>
      </p:sp>
      <p:pic>
        <p:nvPicPr>
          <p:cNvPr id="145" name="Google Shape;145;g3e429c1550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500" y="2913474"/>
            <a:ext cx="4461299" cy="340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e429c1550b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94" y="2913475"/>
            <a:ext cx="4309956" cy="34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429c1550b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What has been done so far </a:t>
            </a:r>
            <a:endParaRPr/>
          </a:p>
        </p:txBody>
      </p:sp>
      <p:sp>
        <p:nvSpPr>
          <p:cNvPr id="153" name="Google Shape;153;g3e429c1550b_0_12"/>
          <p:cNvSpPr txBox="1"/>
          <p:nvPr>
            <p:ph idx="1" type="body"/>
          </p:nvPr>
        </p:nvSpPr>
        <p:spPr>
          <a:xfrm>
            <a:off x="994550" y="1749950"/>
            <a:ext cx="9801900" cy="4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/>
              <a:t>Frontend</a:t>
            </a:r>
            <a:endParaRPr b="1"/>
          </a:p>
          <a:p>
            <a:pPr indent="-254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Components built</a:t>
            </a:r>
            <a:endParaRPr sz="2200"/>
          </a:p>
          <a:p>
            <a:pPr indent="-254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Test environment configured with Jest</a:t>
            </a:r>
            <a:endParaRPr sz="2200"/>
          </a:p>
          <a:p>
            <a:pPr indent="-254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Mock data </a:t>
            </a:r>
            <a:r>
              <a:rPr lang="en-US" sz="2200"/>
              <a:t>set up to develop frontend independently</a:t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2600"/>
              <a:t>Backend</a:t>
            </a:r>
            <a:endParaRPr b="1" sz="2600"/>
          </a:p>
          <a:p>
            <a:pPr indent="-254000" lvl="1" marL="685800" rtl="0" algn="l"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Set up API endpoints</a:t>
            </a:r>
            <a:endParaRPr sz="2200"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Threshold checking</a:t>
            </a:r>
            <a:endParaRPr sz="2200"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Control component</a:t>
            </a:r>
            <a:endParaRPr sz="2200"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Backend testing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	</a:t>
            </a:r>
            <a:r>
              <a:rPr b="1" lang="en-US" sz="2600"/>
              <a:t>Simulation</a:t>
            </a:r>
            <a:endParaRPr sz="2200"/>
          </a:p>
          <a:p>
            <a:pPr indent="-254000" lvl="1" marL="685800" rtl="0" algn="l"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pandapower fully integrated</a:t>
            </a:r>
            <a:endParaRPr sz="2200"/>
          </a:p>
          <a:p>
            <a:pPr indent="-254000" lvl="1" marL="6858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Multiple interactive grid scenarios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type="title"/>
          </p:nvPr>
        </p:nvSpPr>
        <p:spPr>
          <a:xfrm>
            <a:off x="5579275" y="2542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endParaRPr/>
          </a:p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-81625" y="58903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type="title"/>
          </p:nvPr>
        </p:nvSpPr>
        <p:spPr>
          <a:xfrm>
            <a:off x="457200" y="5027043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167" name="Google Shape;167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North Seattle College Opportunity Center for Employment and Education" id="168" name="Google Shape;168;p6"/>
          <p:cNvPicPr preferRelativeResize="0"/>
          <p:nvPr/>
        </p:nvPicPr>
        <p:blipFill rotWithShape="1">
          <a:blip r:embed="rId3">
            <a:alphaModFix/>
          </a:blip>
          <a:srcRect b="12259" l="0" r="0" t="31679"/>
          <a:stretch/>
        </p:blipFill>
        <p:spPr>
          <a:xfrm>
            <a:off x="0" y="-1"/>
            <a:ext cx="12192000" cy="4555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46f6d9c0a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Links </a:t>
            </a:r>
            <a:endParaRPr/>
          </a:p>
        </p:txBody>
      </p:sp>
      <p:sp>
        <p:nvSpPr>
          <p:cNvPr id="175" name="Google Shape;175;g3e46f6d9c0a_0_6"/>
          <p:cNvSpPr txBox="1"/>
          <p:nvPr>
            <p:ph idx="1" type="body"/>
          </p:nvPr>
        </p:nvSpPr>
        <p:spPr>
          <a:xfrm>
            <a:off x="1024128" y="2286000"/>
            <a:ext cx="98019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Video: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https://youtu.be/TBO6OkgBHqM</a:t>
            </a:r>
            <a:endParaRPr sz="2400"/>
          </a:p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GitHub: </a:t>
            </a:r>
            <a:r>
              <a:rPr lang="en-US" sz="2400" u="sng">
                <a:solidFill>
                  <a:schemeClr val="hlink"/>
                </a:solidFill>
                <a:hlinkClick r:id="rId4"/>
              </a:rPr>
              <a:t>https://github.com/ejnorman/Simulated-Grid-System-SCADA-</a:t>
            </a:r>
            <a:endParaRPr sz="2400"/>
          </a:p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JIRA: </a:t>
            </a:r>
            <a:r>
              <a:rPr lang="en-US" sz="2400" u="sng">
                <a:solidFill>
                  <a:schemeClr val="hlink"/>
                </a:solidFill>
                <a:hlinkClick r:id="rId5"/>
              </a:rPr>
              <a:t>https://epdat.atlassian.net/jira/software/projects/DSS/boards/2</a:t>
            </a:r>
            <a:endParaRPr sz="2400"/>
          </a:p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5080" lvl="1" marL="26479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2016-03-14T18:20:56Z</dcterms:created>
  <dc:creator>Steven Balo</dc:creator>
</cp:coreProperties>
</file>